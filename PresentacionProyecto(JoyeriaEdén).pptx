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7" r:id="rId2"/>
    <p:sldId id="263" r:id="rId3"/>
    <p:sldId id="258" r:id="rId4"/>
    <p:sldId id="261" r:id="rId5"/>
    <p:sldId id="264" r:id="rId6"/>
    <p:sldId id="260" r:id="rId7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433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36AD4B4-4AE5-4515-A822-AD52DCC308D4}" v="13" dt="2026-08-20T20:26:21.20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34"/>
    <p:restoredTop sz="94702"/>
  </p:normalViewPr>
  <p:slideViewPr>
    <p:cSldViewPr snapToGrid="0">
      <p:cViewPr>
        <p:scale>
          <a:sx n="77" d="100"/>
          <a:sy n="77" d="100"/>
        </p:scale>
        <p:origin x="27" y="42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derson Muñoz Caicedo" userId="cea34d606acf50ec" providerId="LiveId" clId="{B48C790C-5850-4E98-8EA5-02E2828FD09E}"/>
    <pc:docChg chg="undo custSel addSld delSld modSld sldOrd">
      <pc:chgData name="Ederson Muñoz Caicedo" userId="cea34d606acf50ec" providerId="LiveId" clId="{B48C790C-5850-4E98-8EA5-02E2828FD09E}" dt="2026-08-20T20:35:09.325" v="1880" actId="1076"/>
      <pc:docMkLst>
        <pc:docMk/>
      </pc:docMkLst>
      <pc:sldChg chg="modSp mod">
        <pc:chgData name="Ederson Muñoz Caicedo" userId="cea34d606acf50ec" providerId="LiveId" clId="{B48C790C-5850-4E98-8EA5-02E2828FD09E}" dt="2026-08-20T20:19:18.547" v="1737" actId="20577"/>
        <pc:sldMkLst>
          <pc:docMk/>
          <pc:sldMk cId="4076259768" sldId="257"/>
        </pc:sldMkLst>
        <pc:spChg chg="mod">
          <ac:chgData name="Ederson Muñoz Caicedo" userId="cea34d606acf50ec" providerId="LiveId" clId="{B48C790C-5850-4E98-8EA5-02E2828FD09E}" dt="2026-08-20T20:19:18.547" v="1737" actId="20577"/>
          <ac:spMkLst>
            <pc:docMk/>
            <pc:sldMk cId="4076259768" sldId="257"/>
            <ac:spMk id="4" creationId="{9A565BB0-67FC-F007-2424-319770A9FFED}"/>
          </ac:spMkLst>
        </pc:spChg>
      </pc:sldChg>
      <pc:sldChg chg="addSp modSp mod setBg">
        <pc:chgData name="Ederson Muñoz Caicedo" userId="cea34d606acf50ec" providerId="LiveId" clId="{B48C790C-5850-4E98-8EA5-02E2828FD09E}" dt="2026-08-20T16:24:50.718" v="1281" actId="26606"/>
        <pc:sldMkLst>
          <pc:docMk/>
          <pc:sldMk cId="3737831003" sldId="258"/>
        </pc:sldMkLst>
        <pc:spChg chg="mod">
          <ac:chgData name="Ederson Muñoz Caicedo" userId="cea34d606acf50ec" providerId="LiveId" clId="{B48C790C-5850-4E98-8EA5-02E2828FD09E}" dt="2026-08-20T16:24:50.718" v="1281" actId="26606"/>
          <ac:spMkLst>
            <pc:docMk/>
            <pc:sldMk cId="3737831003" sldId="258"/>
            <ac:spMk id="2" creationId="{70408CDB-AF99-23DA-5783-49C6FB105570}"/>
          </ac:spMkLst>
        </pc:spChg>
        <pc:spChg chg="mod">
          <ac:chgData name="Ederson Muñoz Caicedo" userId="cea34d606acf50ec" providerId="LiveId" clId="{B48C790C-5850-4E98-8EA5-02E2828FD09E}" dt="2026-08-20T16:24:50.718" v="1281" actId="26606"/>
          <ac:spMkLst>
            <pc:docMk/>
            <pc:sldMk cId="3737831003" sldId="258"/>
            <ac:spMk id="3" creationId="{CB8B7842-095A-A953-5B16-4B0D2F9E9E7E}"/>
          </ac:spMkLst>
        </pc:spChg>
        <pc:spChg chg="add">
          <ac:chgData name="Ederson Muñoz Caicedo" userId="cea34d606acf50ec" providerId="LiveId" clId="{B48C790C-5850-4E98-8EA5-02E2828FD09E}" dt="2026-08-20T16:24:50.718" v="1281" actId="26606"/>
          <ac:spMkLst>
            <pc:docMk/>
            <pc:sldMk cId="3737831003" sldId="258"/>
            <ac:spMk id="9" creationId="{F13C74B1-5B17-4795-BED0-7140497B445A}"/>
          </ac:spMkLst>
        </pc:spChg>
        <pc:spChg chg="add">
          <ac:chgData name="Ederson Muñoz Caicedo" userId="cea34d606acf50ec" providerId="LiveId" clId="{B48C790C-5850-4E98-8EA5-02E2828FD09E}" dt="2026-08-20T16:24:50.718" v="1281" actId="26606"/>
          <ac:spMkLst>
            <pc:docMk/>
            <pc:sldMk cId="3737831003" sldId="258"/>
            <ac:spMk id="11" creationId="{D4974D33-8DC5-464E-8C6D-BE58F0669C17}"/>
          </ac:spMkLst>
        </pc:spChg>
        <pc:picChg chg="add mod">
          <ac:chgData name="Ederson Muñoz Caicedo" userId="cea34d606acf50ec" providerId="LiveId" clId="{B48C790C-5850-4E98-8EA5-02E2828FD09E}" dt="2026-08-20T16:24:50.718" v="1281" actId="26606"/>
          <ac:picMkLst>
            <pc:docMk/>
            <pc:sldMk cId="3737831003" sldId="258"/>
            <ac:picMk id="4" creationId="{BB86EFA4-9ED8-8911-3FE1-9E2017A77141}"/>
          </ac:picMkLst>
        </pc:picChg>
      </pc:sldChg>
      <pc:sldChg chg="del">
        <pc:chgData name="Ederson Muñoz Caicedo" userId="cea34d606acf50ec" providerId="LiveId" clId="{B48C790C-5850-4E98-8EA5-02E2828FD09E}" dt="2026-08-20T16:01:14.088" v="0" actId="47"/>
        <pc:sldMkLst>
          <pc:docMk/>
          <pc:sldMk cId="2401465010" sldId="259"/>
        </pc:sldMkLst>
      </pc:sldChg>
      <pc:sldChg chg="addSp modSp mod setBg">
        <pc:chgData name="Ederson Muñoz Caicedo" userId="cea34d606acf50ec" providerId="LiveId" clId="{B48C790C-5850-4E98-8EA5-02E2828FD09E}" dt="2026-08-20T20:34:42.115" v="1877" actId="1076"/>
        <pc:sldMkLst>
          <pc:docMk/>
          <pc:sldMk cId="3189128045" sldId="261"/>
        </pc:sldMkLst>
        <pc:spChg chg="mod">
          <ac:chgData name="Ederson Muñoz Caicedo" userId="cea34d606acf50ec" providerId="LiveId" clId="{B48C790C-5850-4E98-8EA5-02E2828FD09E}" dt="2026-08-20T20:34:42.115" v="1877" actId="1076"/>
          <ac:spMkLst>
            <pc:docMk/>
            <pc:sldMk cId="3189128045" sldId="261"/>
            <ac:spMk id="2" creationId="{70408CDB-AF99-23DA-5783-49C6FB105570}"/>
          </ac:spMkLst>
        </pc:spChg>
        <pc:spChg chg="mod ord">
          <ac:chgData name="Ederson Muñoz Caicedo" userId="cea34d606acf50ec" providerId="LiveId" clId="{B48C790C-5850-4E98-8EA5-02E2828FD09E}" dt="2026-08-20T20:34:35.531" v="1876" actId="14100"/>
          <ac:spMkLst>
            <pc:docMk/>
            <pc:sldMk cId="3189128045" sldId="261"/>
            <ac:spMk id="3" creationId="{CB8B7842-095A-A953-5B16-4B0D2F9E9E7E}"/>
          </ac:spMkLst>
        </pc:spChg>
        <pc:spChg chg="add">
          <ac:chgData name="Ederson Muñoz Caicedo" userId="cea34d606acf50ec" providerId="LiveId" clId="{B48C790C-5850-4E98-8EA5-02E2828FD09E}" dt="2026-08-20T20:34:02.214" v="1868" actId="26606"/>
          <ac:spMkLst>
            <pc:docMk/>
            <pc:sldMk cId="3189128045" sldId="261"/>
            <ac:spMk id="9" creationId="{637B2035-1FCB-439A-B421-095E136C7E07}"/>
          </ac:spMkLst>
        </pc:spChg>
        <pc:spChg chg="add">
          <ac:chgData name="Ederson Muñoz Caicedo" userId="cea34d606acf50ec" providerId="LiveId" clId="{B48C790C-5850-4E98-8EA5-02E2828FD09E}" dt="2026-08-20T20:34:02.214" v="1868" actId="26606"/>
          <ac:spMkLst>
            <pc:docMk/>
            <pc:sldMk cId="3189128045" sldId="261"/>
            <ac:spMk id="11" creationId="{676D6CDF-C512-4739-B158-55EE955EFA39}"/>
          </ac:spMkLst>
        </pc:spChg>
        <pc:picChg chg="add mod">
          <ac:chgData name="Ederson Muñoz Caicedo" userId="cea34d606acf50ec" providerId="LiveId" clId="{B48C790C-5850-4E98-8EA5-02E2828FD09E}" dt="2026-08-20T20:34:27.676" v="1874" actId="14100"/>
          <ac:picMkLst>
            <pc:docMk/>
            <pc:sldMk cId="3189128045" sldId="261"/>
            <ac:picMk id="4" creationId="{E94F9FD0-2CCD-D7BE-B461-87271A27E90E}"/>
          </ac:picMkLst>
        </pc:picChg>
      </pc:sldChg>
      <pc:sldChg chg="modSp del mod">
        <pc:chgData name="Ederson Muñoz Caicedo" userId="cea34d606acf50ec" providerId="LiveId" clId="{B48C790C-5850-4E98-8EA5-02E2828FD09E}" dt="2026-08-20T20:23:54.404" v="1738" actId="2696"/>
        <pc:sldMkLst>
          <pc:docMk/>
          <pc:sldMk cId="667464790" sldId="262"/>
        </pc:sldMkLst>
        <pc:spChg chg="mod">
          <ac:chgData name="Ederson Muñoz Caicedo" userId="cea34d606acf50ec" providerId="LiveId" clId="{B48C790C-5850-4E98-8EA5-02E2828FD09E}" dt="2026-08-20T16:01:42.985" v="32" actId="20577"/>
          <ac:spMkLst>
            <pc:docMk/>
            <pc:sldMk cId="667464790" sldId="262"/>
            <ac:spMk id="2" creationId="{70408CDB-AF99-23DA-5783-49C6FB105570}"/>
          </ac:spMkLst>
        </pc:spChg>
        <pc:spChg chg="mod">
          <ac:chgData name="Ederson Muñoz Caicedo" userId="cea34d606acf50ec" providerId="LiveId" clId="{B48C790C-5850-4E98-8EA5-02E2828FD09E}" dt="2026-08-20T16:22:16.883" v="1277" actId="20577"/>
          <ac:spMkLst>
            <pc:docMk/>
            <pc:sldMk cId="667464790" sldId="262"/>
            <ac:spMk id="3" creationId="{CB8B7842-095A-A953-5B16-4B0D2F9E9E7E}"/>
          </ac:spMkLst>
        </pc:spChg>
      </pc:sldChg>
      <pc:sldChg chg="addSp delSp modSp new mod ord setBg">
        <pc:chgData name="Ederson Muñoz Caicedo" userId="cea34d606acf50ec" providerId="LiveId" clId="{B48C790C-5850-4E98-8EA5-02E2828FD09E}" dt="2026-08-20T20:32:07.142" v="1865" actId="26606"/>
        <pc:sldMkLst>
          <pc:docMk/>
          <pc:sldMk cId="187346082" sldId="263"/>
        </pc:sldMkLst>
        <pc:spChg chg="mod">
          <ac:chgData name="Ederson Muñoz Caicedo" userId="cea34d606acf50ec" providerId="LiveId" clId="{B48C790C-5850-4E98-8EA5-02E2828FD09E}" dt="2026-08-20T20:32:07.142" v="1865" actId="26606"/>
          <ac:spMkLst>
            <pc:docMk/>
            <pc:sldMk cId="187346082" sldId="263"/>
            <ac:spMk id="2" creationId="{D12A16DE-72A3-D8C0-D531-99BB6BF2D6FF}"/>
          </ac:spMkLst>
        </pc:spChg>
        <pc:spChg chg="mod ord">
          <ac:chgData name="Ederson Muñoz Caicedo" userId="cea34d606acf50ec" providerId="LiveId" clId="{B48C790C-5850-4E98-8EA5-02E2828FD09E}" dt="2026-08-20T20:32:07.142" v="1865" actId="26606"/>
          <ac:spMkLst>
            <pc:docMk/>
            <pc:sldMk cId="187346082" sldId="263"/>
            <ac:spMk id="3" creationId="{F19EECF8-4170-F538-C7D0-384D0FF8914E}"/>
          </ac:spMkLst>
        </pc:spChg>
        <pc:spChg chg="add del">
          <ac:chgData name="Ederson Muñoz Caicedo" userId="cea34d606acf50ec" providerId="LiveId" clId="{B48C790C-5850-4E98-8EA5-02E2828FD09E}" dt="2026-08-20T20:32:07.142" v="1865" actId="26606"/>
          <ac:spMkLst>
            <pc:docMk/>
            <pc:sldMk cId="187346082" sldId="263"/>
            <ac:spMk id="9" creationId="{F13C74B1-5B17-4795-BED0-7140497B445A}"/>
          </ac:spMkLst>
        </pc:spChg>
        <pc:spChg chg="add del">
          <ac:chgData name="Ederson Muñoz Caicedo" userId="cea34d606acf50ec" providerId="LiveId" clId="{B48C790C-5850-4E98-8EA5-02E2828FD09E}" dt="2026-08-20T20:32:07.142" v="1865" actId="26606"/>
          <ac:spMkLst>
            <pc:docMk/>
            <pc:sldMk cId="187346082" sldId="263"/>
            <ac:spMk id="11" creationId="{D4974D33-8DC5-464E-8C6D-BE58F0669C17}"/>
          </ac:spMkLst>
        </pc:spChg>
        <pc:spChg chg="add del">
          <ac:chgData name="Ederson Muñoz Caicedo" userId="cea34d606acf50ec" providerId="LiveId" clId="{B48C790C-5850-4E98-8EA5-02E2828FD09E}" dt="2026-08-20T20:32:07.142" v="1865" actId="26606"/>
          <ac:spMkLst>
            <pc:docMk/>
            <pc:sldMk cId="187346082" sldId="263"/>
            <ac:spMk id="16" creationId="{637B2035-1FCB-439A-B421-095E136C7E07}"/>
          </ac:spMkLst>
        </pc:spChg>
        <pc:spChg chg="add del">
          <ac:chgData name="Ederson Muñoz Caicedo" userId="cea34d606acf50ec" providerId="LiveId" clId="{B48C790C-5850-4E98-8EA5-02E2828FD09E}" dt="2026-08-20T20:32:07.142" v="1865" actId="26606"/>
          <ac:spMkLst>
            <pc:docMk/>
            <pc:sldMk cId="187346082" sldId="263"/>
            <ac:spMk id="18" creationId="{B39A1F5A-E57E-4178-8F57-A18DC747E5E1}"/>
          </ac:spMkLst>
        </pc:spChg>
        <pc:spChg chg="add del">
          <ac:chgData name="Ederson Muñoz Caicedo" userId="cea34d606acf50ec" providerId="LiveId" clId="{B48C790C-5850-4E98-8EA5-02E2828FD09E}" dt="2026-08-20T20:32:07.142" v="1865" actId="26606"/>
          <ac:spMkLst>
            <pc:docMk/>
            <pc:sldMk cId="187346082" sldId="263"/>
            <ac:spMk id="20" creationId="{CF93DC6C-1BFD-4414-BF23-471C8831CA04}"/>
          </ac:spMkLst>
        </pc:spChg>
        <pc:spChg chg="add del">
          <ac:chgData name="Ederson Muñoz Caicedo" userId="cea34d606acf50ec" providerId="LiveId" clId="{B48C790C-5850-4E98-8EA5-02E2828FD09E}" dt="2026-08-20T20:32:07.142" v="1865" actId="26606"/>
          <ac:spMkLst>
            <pc:docMk/>
            <pc:sldMk cId="187346082" sldId="263"/>
            <ac:spMk id="22" creationId="{001928A5-13A8-4372-8A77-BCAAE5553E6F}"/>
          </ac:spMkLst>
        </pc:spChg>
        <pc:picChg chg="add mod">
          <ac:chgData name="Ederson Muñoz Caicedo" userId="cea34d606acf50ec" providerId="LiveId" clId="{B48C790C-5850-4E98-8EA5-02E2828FD09E}" dt="2026-08-20T20:32:07.142" v="1865" actId="26606"/>
          <ac:picMkLst>
            <pc:docMk/>
            <pc:sldMk cId="187346082" sldId="263"/>
            <ac:picMk id="4" creationId="{28A86B9C-632D-4770-7F9E-422528B34C2B}"/>
          </ac:picMkLst>
        </pc:picChg>
      </pc:sldChg>
      <pc:sldChg chg="del">
        <pc:chgData name="Ederson Muñoz Caicedo" userId="cea34d606acf50ec" providerId="LiveId" clId="{B48C790C-5850-4E98-8EA5-02E2828FD09E}" dt="2026-08-20T16:01:17.617" v="3" actId="47"/>
        <pc:sldMkLst>
          <pc:docMk/>
          <pc:sldMk cId="3770042391" sldId="263"/>
        </pc:sldMkLst>
      </pc:sldChg>
      <pc:sldChg chg="addSp delSp modSp new mod ord">
        <pc:chgData name="Ederson Muñoz Caicedo" userId="cea34d606acf50ec" providerId="LiveId" clId="{B48C790C-5850-4E98-8EA5-02E2828FD09E}" dt="2026-08-20T20:35:09.325" v="1880" actId="1076"/>
        <pc:sldMkLst>
          <pc:docMk/>
          <pc:sldMk cId="3414823298" sldId="264"/>
        </pc:sldMkLst>
        <pc:spChg chg="mod">
          <ac:chgData name="Ederson Muñoz Caicedo" userId="cea34d606acf50ec" providerId="LiveId" clId="{B48C790C-5850-4E98-8EA5-02E2828FD09E}" dt="2026-08-20T20:35:09.325" v="1880" actId="1076"/>
          <ac:spMkLst>
            <pc:docMk/>
            <pc:sldMk cId="3414823298" sldId="264"/>
            <ac:spMk id="2" creationId="{E04EE5F6-A377-51DB-821D-3C919AC41076}"/>
          </ac:spMkLst>
        </pc:spChg>
        <pc:spChg chg="add del mod">
          <ac:chgData name="Ederson Muñoz Caicedo" userId="cea34d606acf50ec" providerId="LiveId" clId="{B48C790C-5850-4E98-8EA5-02E2828FD09E}" dt="2026-08-20T20:35:02.749" v="1879" actId="1076"/>
          <ac:spMkLst>
            <pc:docMk/>
            <pc:sldMk cId="3414823298" sldId="264"/>
            <ac:spMk id="3" creationId="{D408D165-87A7-39DA-0711-639538958A95}"/>
          </ac:spMkLst>
        </pc:spChg>
        <pc:spChg chg="add del mod">
          <ac:chgData name="Ederson Muñoz Caicedo" userId="cea34d606acf50ec" providerId="LiveId" clId="{B48C790C-5850-4E98-8EA5-02E2828FD09E}" dt="2026-08-20T20:14:18.190" v="1681"/>
          <ac:spMkLst>
            <pc:docMk/>
            <pc:sldMk cId="3414823298" sldId="264"/>
            <ac:spMk id="4" creationId="{C14759D9-B26B-57FE-70DF-E859E0F5397B}"/>
          </ac:spMkLst>
        </pc:spChg>
        <pc:spChg chg="add del mod">
          <ac:chgData name="Ederson Muñoz Caicedo" userId="cea34d606acf50ec" providerId="LiveId" clId="{B48C790C-5850-4E98-8EA5-02E2828FD09E}" dt="2026-08-20T20:14:48.174" v="1687"/>
          <ac:spMkLst>
            <pc:docMk/>
            <pc:sldMk cId="3414823298" sldId="264"/>
            <ac:spMk id="5" creationId="{36B8E86F-F4D2-860B-68EB-4ACFDBAF4CF7}"/>
          </ac:spMkLst>
        </pc:spChg>
      </pc:sldChg>
      <pc:sldChg chg="del">
        <pc:chgData name="Ederson Muñoz Caicedo" userId="cea34d606acf50ec" providerId="LiveId" clId="{B48C790C-5850-4E98-8EA5-02E2828FD09E}" dt="2026-08-20T16:01:16.711" v="2" actId="47"/>
        <pc:sldMkLst>
          <pc:docMk/>
          <pc:sldMk cId="4038712202" sldId="264"/>
        </pc:sldMkLst>
      </pc:sldChg>
      <pc:sldChg chg="del">
        <pc:chgData name="Ederson Muñoz Caicedo" userId="cea34d606acf50ec" providerId="LiveId" clId="{B48C790C-5850-4E98-8EA5-02E2828FD09E}" dt="2026-08-20T16:01:15.206" v="1" actId="47"/>
        <pc:sldMkLst>
          <pc:docMk/>
          <pc:sldMk cId="1751262195" sldId="265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471756-1CA1-1F4A-9860-0C578ADBAF67}" type="datetimeFigureOut">
              <a:rPr lang="es-ES" smtClean="0"/>
              <a:t>20/08/2026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BC4798-3E81-C549-995C-77B1554192F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610796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BC4798-3E81-C549-995C-77B1554192F5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693850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0466C6-D91C-612D-DA31-9E70D744FA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36CD3D7-66B5-7A01-561D-959D481936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566A04E-ABEF-3601-42E9-9B477D0B2E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10A85-4D4F-F042-95AD-B4092DC44AD3}" type="datetimeFigureOut">
              <a:rPr lang="es-ES" smtClean="0"/>
              <a:t>20/08/2026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7C89636-8607-E245-7ECA-8B404826E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6DA640A-1483-A175-E2F8-B21F00EFC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7431F-60F5-E745-8494-FFD96EF32E2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933935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E2D482-88F1-6717-4507-1DE895ECA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1D43E56-1659-8101-3D89-60600B4C01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B7DD31E-3985-01D7-0E5F-F66C24894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10A85-4D4F-F042-95AD-B4092DC44AD3}" type="datetimeFigureOut">
              <a:rPr lang="es-ES" smtClean="0"/>
              <a:t>20/08/2026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3C0CCE0-F676-AD11-9EA0-68258B2EEE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C72DC9F-3C1D-47DC-41F5-F6AE30279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7431F-60F5-E745-8494-FFD96EF32E2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307368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AD8C90-560A-3629-A0D4-D6E8C44C7E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9138E69-8963-2191-B74D-B295CE6F3A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03BF81C-82F0-ABCA-4411-C9CD9BF8AD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10A85-4D4F-F042-95AD-B4092DC44AD3}" type="datetimeFigureOut">
              <a:rPr lang="es-ES" smtClean="0"/>
              <a:t>20/08/2026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16153DF-4EB7-8F85-F619-B1A8C4ECA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80E5481-19BA-D126-98F1-EDE7542F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7431F-60F5-E745-8494-FFD96EF32E2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089169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CFEAAB-E2D6-B04D-F21A-A7FDB53B7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DD809E2-B9AF-2CC2-3873-A4B1DAB10F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63127D2-49B9-6F49-74BB-C981920250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60A90FD-A1AE-B7F6-81CB-17798777B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10A85-4D4F-F042-95AD-B4092DC44AD3}" type="datetimeFigureOut">
              <a:rPr lang="es-ES" smtClean="0"/>
              <a:t>20/08/2026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778F9F5-0A1E-A896-2C1A-AE9CD73069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D6A06C3-7D3A-4ED7-59A8-01C9CFF3A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7431F-60F5-E745-8494-FFD96EF32E2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520304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C86E5E4-7599-22FB-83D9-5A3212762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36F06F6-6079-87FD-923F-A8DBB0BF0A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7E1C3B8-3FB7-57C0-92C0-AD7DA2D1C4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E6734399-EEE2-0BDB-3597-6E0EA6B1C27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115EE561-E076-283F-19C9-16E995E5DA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5BD6D0E1-46F0-417B-BBFA-8FE7878A2F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10A85-4D4F-F042-95AD-B4092DC44AD3}" type="datetimeFigureOut">
              <a:rPr lang="es-ES" smtClean="0"/>
              <a:t>20/08/2026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A0CA9F49-6797-27A1-E809-F10A247A3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351381D6-1B43-9D34-6E2B-108FB648A0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7431F-60F5-E745-8494-FFD96EF32E2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767147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E74EC2-1ED8-A8BE-7D66-107A23C562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1D7DCC2C-4B63-4FB8-9322-4A64CB4BD4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10A85-4D4F-F042-95AD-B4092DC44AD3}" type="datetimeFigureOut">
              <a:rPr lang="es-ES" smtClean="0"/>
              <a:t>20/08/2026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47E22530-1FC8-B14B-0E1E-CEA3D630FE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2E5EA7A-7139-4574-C0F9-E5653C681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7431F-60F5-E745-8494-FFD96EF32E2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951812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496332C7-6C6F-7318-1DA3-D4E85FFC71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10A85-4D4F-F042-95AD-B4092DC44AD3}" type="datetimeFigureOut">
              <a:rPr lang="es-ES" smtClean="0"/>
              <a:t>20/08/2026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DFEC246-9AE0-1F5E-E4B7-E80EA35B1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C31218E-7297-74DF-6460-D04F62CC1A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7431F-60F5-E745-8494-FFD96EF32E2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210580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140EDF-D8B0-6EA9-3600-79C331F0A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43412F3-88BC-3976-CE11-CED356736B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B20C5784-692F-8C9A-96B5-9C6C828B67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865CF43-DB51-7DDD-DBC1-89F22FBF3B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10A85-4D4F-F042-95AD-B4092DC44AD3}" type="datetimeFigureOut">
              <a:rPr lang="es-ES" smtClean="0"/>
              <a:t>20/08/2026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C18DF2A-4A52-511F-887D-751FECB8D3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89AA898-418D-84EB-B1A4-EF383D800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7431F-60F5-E745-8494-FFD96EF32E2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361420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8D255D-23DB-16FF-6E59-4E8B7BB0CF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EEACFC9F-98E3-3872-EF0E-718C6AAD0D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A1FCD44-D0F2-7EE0-983E-1A770EA7B1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A5984F3-2762-30BA-041E-CEE510365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10A85-4D4F-F042-95AD-B4092DC44AD3}" type="datetimeFigureOut">
              <a:rPr lang="es-ES" smtClean="0"/>
              <a:t>20/08/2026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BFB9C9C-1999-72D6-E7F1-5AF8D2EB71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B093609-A228-8DC9-D8BE-C785A4D58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7431F-60F5-E745-8494-FFD96EF32E2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354010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E4860E-4631-00B1-84EE-47A0882EE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10C4EC56-B0B7-FB8C-9229-852C47FE4D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C8BBC8E-447F-B6D6-FE12-BF37EE0CF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10A85-4D4F-F042-95AD-B4092DC44AD3}" type="datetimeFigureOut">
              <a:rPr lang="es-ES" smtClean="0"/>
              <a:t>20/08/2026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7EEBC50-F25A-043B-E54D-44514D188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BE4EF87-17C1-3FBF-1BDE-38B4C4EEE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7431F-60F5-E745-8494-FFD96EF32E2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71760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3EEA9864-C820-6713-3E0A-1A47F92DB6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82EF4C3-B55D-39DD-8B6B-0B53F46317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5150FF3-021C-FBD7-9BD4-3CA04F07C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10A85-4D4F-F042-95AD-B4092DC44AD3}" type="datetimeFigureOut">
              <a:rPr lang="es-ES" smtClean="0"/>
              <a:t>20/08/2026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F6EF010-39D0-4175-3885-7C66710A7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095371A-7C71-061D-DDBB-0EC503FB99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7431F-60F5-E745-8494-FFD96EF32E2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9765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34655F9-7A55-B7B8-8B75-F136D069E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940F63F-E1AB-2FF3-2E2E-4C60B3779A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87F6D55-93D5-4B87-BF01-5334CC51B3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110A85-4D4F-F042-95AD-B4092DC44AD3}" type="datetimeFigureOut">
              <a:rPr lang="es-ES" smtClean="0"/>
              <a:t>20/08/2026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768E077-F5F1-A5B0-D94C-4A846BB4A5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449A032-604E-9B53-BF91-E6A6B9C816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D7431F-60F5-E745-8494-FFD96EF32E2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506702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9A565BB0-67FC-F007-2424-319770A9FFED}"/>
              </a:ext>
            </a:extLst>
          </p:cNvPr>
          <p:cNvSpPr txBox="1"/>
          <p:nvPr/>
        </p:nvSpPr>
        <p:spPr>
          <a:xfrm>
            <a:off x="4776951" y="930164"/>
            <a:ext cx="734330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5400" dirty="0" err="1">
                <a:solidFill>
                  <a:schemeClr val="bg1"/>
                </a:solidFill>
                <a:latin typeface="Franklin Gothic Medium" panose="020B0603020102020204" pitchFamily="34" charset="0"/>
              </a:rPr>
              <a:t>JOYERíA</a:t>
            </a:r>
            <a:r>
              <a:rPr lang="es-CO" sz="5400" dirty="0">
                <a:solidFill>
                  <a:schemeClr val="bg1"/>
                </a:solidFill>
                <a:latin typeface="Franklin Gothic Medium" panose="020B0603020102020204" pitchFamily="34" charset="0"/>
              </a:rPr>
              <a:t> Y PERFUMERÍA EDÉN</a:t>
            </a:r>
            <a:endParaRPr lang="es-CO" sz="3600" dirty="0">
              <a:solidFill>
                <a:schemeClr val="bg1"/>
              </a:solidFill>
              <a:latin typeface="Franklin Gothic Book" panose="020B0503020102020204" pitchFamily="34" charset="0"/>
            </a:endParaRPr>
          </a:p>
          <a:p>
            <a:endParaRPr lang="es-CO" sz="3600" dirty="0">
              <a:solidFill>
                <a:schemeClr val="bg1"/>
              </a:solidFill>
              <a:latin typeface="Franklin Gothic Book" panose="020B0503020102020204" pitchFamily="34" charset="0"/>
            </a:endParaRPr>
          </a:p>
          <a:p>
            <a:r>
              <a:rPr lang="es-CO" sz="3600" dirty="0">
                <a:solidFill>
                  <a:schemeClr val="bg1"/>
                </a:solidFill>
                <a:latin typeface="Franklin Gothic Book" panose="020B0503020102020204" pitchFamily="34" charset="0"/>
              </a:rPr>
              <a:t>Ederson Muñoz Caicedo</a:t>
            </a:r>
          </a:p>
          <a:p>
            <a:r>
              <a:rPr lang="es-CO" sz="3600" dirty="0">
                <a:solidFill>
                  <a:schemeClr val="bg1"/>
                </a:solidFill>
                <a:latin typeface="Franklin Gothic Book" panose="020B0503020102020204" pitchFamily="34" charset="0"/>
              </a:rPr>
              <a:t>Luis Miguel Solis Bolaños</a:t>
            </a:r>
          </a:p>
          <a:p>
            <a:r>
              <a:rPr lang="es-CO" sz="3600" dirty="0">
                <a:solidFill>
                  <a:schemeClr val="bg1"/>
                </a:solidFill>
                <a:latin typeface="Franklin Gothic Book" panose="020B0503020102020204" pitchFamily="34" charset="0"/>
              </a:rPr>
              <a:t>Luis Fernando Becerra Fernández</a:t>
            </a:r>
          </a:p>
          <a:p>
            <a:r>
              <a:rPr lang="es-CO" sz="3600" dirty="0">
                <a:solidFill>
                  <a:schemeClr val="bg1"/>
                </a:solidFill>
                <a:latin typeface="Franklin Gothic Book" panose="020B0503020102020204" pitchFamily="34" charset="0"/>
              </a:rPr>
              <a:t>José David Gómez Cifuentes</a:t>
            </a:r>
          </a:p>
        </p:txBody>
      </p:sp>
    </p:spTree>
    <p:extLst>
      <p:ext uri="{BB962C8B-B14F-4D97-AF65-F5344CB8AC3E}">
        <p14:creationId xmlns:p14="http://schemas.microsoft.com/office/powerpoint/2010/main" val="40762597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12A16DE-72A3-D8C0-D531-99BB6BF2D6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es-CO" sz="5400"/>
              <a:t>Procesos del negocio:</a:t>
            </a:r>
          </a:p>
        </p:txBody>
      </p:sp>
      <p:sp>
        <p:nvSpPr>
          <p:cNvPr id="11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sX0" fmla="*/ 0 w 3474720"/>
              <a:gd name="csY0" fmla="*/ 0 h 18288"/>
              <a:gd name="csX1" fmla="*/ 694944 w 3474720"/>
              <a:gd name="csY1" fmla="*/ 0 h 18288"/>
              <a:gd name="csX2" fmla="*/ 1355141 w 3474720"/>
              <a:gd name="csY2" fmla="*/ 0 h 18288"/>
              <a:gd name="csX3" fmla="*/ 2015338 w 3474720"/>
              <a:gd name="csY3" fmla="*/ 0 h 18288"/>
              <a:gd name="csX4" fmla="*/ 2779776 w 3474720"/>
              <a:gd name="csY4" fmla="*/ 0 h 18288"/>
              <a:gd name="csX5" fmla="*/ 3474720 w 3474720"/>
              <a:gd name="csY5" fmla="*/ 0 h 18288"/>
              <a:gd name="csX6" fmla="*/ 3474720 w 3474720"/>
              <a:gd name="csY6" fmla="*/ 18288 h 18288"/>
              <a:gd name="csX7" fmla="*/ 2779776 w 3474720"/>
              <a:gd name="csY7" fmla="*/ 18288 h 18288"/>
              <a:gd name="csX8" fmla="*/ 2189074 w 3474720"/>
              <a:gd name="csY8" fmla="*/ 18288 h 18288"/>
              <a:gd name="csX9" fmla="*/ 1528877 w 3474720"/>
              <a:gd name="csY9" fmla="*/ 18288 h 18288"/>
              <a:gd name="csX10" fmla="*/ 868680 w 3474720"/>
              <a:gd name="csY10" fmla="*/ 18288 h 18288"/>
              <a:gd name="csX11" fmla="*/ 0 w 3474720"/>
              <a:gd name="csY11" fmla="*/ 18288 h 18288"/>
              <a:gd name="csX12" fmla="*/ 0 w 347472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19EECF8-4170-F538-C7D0-384D0FF891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r>
              <a:rPr lang="es-CO" sz="2200"/>
              <a:t>Contratación </a:t>
            </a:r>
          </a:p>
          <a:p>
            <a:r>
              <a:rPr lang="es-CO" sz="2200"/>
              <a:t>Administración.</a:t>
            </a:r>
          </a:p>
          <a:p>
            <a:r>
              <a:rPr lang="es-CO" sz="2200"/>
              <a:t>Atención al cliente.</a:t>
            </a:r>
          </a:p>
          <a:p>
            <a:r>
              <a:rPr lang="es-CO" sz="2200"/>
              <a:t>Pago de Nominas.</a:t>
            </a:r>
          </a:p>
          <a:p>
            <a:r>
              <a:rPr lang="es-CO" sz="2200"/>
              <a:t>Mantenimiento.</a:t>
            </a:r>
          </a:p>
          <a:p>
            <a:r>
              <a:rPr lang="es-CO" sz="2200"/>
              <a:t>Gestión de pedidos y logística </a:t>
            </a:r>
          </a:p>
          <a:p>
            <a:r>
              <a:rPr lang="es-CO" sz="2200"/>
              <a:t>Ventas.</a:t>
            </a:r>
          </a:p>
          <a:p>
            <a:endParaRPr lang="es-CO" sz="2200"/>
          </a:p>
          <a:p>
            <a:endParaRPr lang="es-CO" sz="2200"/>
          </a:p>
          <a:p>
            <a:endParaRPr lang="es-CO" sz="2200"/>
          </a:p>
          <a:p>
            <a:endParaRPr lang="es-CO" sz="2200"/>
          </a:p>
          <a:p>
            <a:endParaRPr lang="es-CO" sz="2200"/>
          </a:p>
          <a:p>
            <a:endParaRPr lang="es-CO" sz="2200"/>
          </a:p>
        </p:txBody>
      </p:sp>
      <p:pic>
        <p:nvPicPr>
          <p:cNvPr id="4" name="Imagen 3" descr="Automatización de los procesos del negocio: El Factor clave para adaptarse  a los constantes cambios del ecosistema empresarial. | Ecaldima –  Plataforma unificada ITSM y BPM inteligente">
            <a:extLst>
              <a:ext uri="{FF2B5EF4-FFF2-40B4-BE49-F238E27FC236}">
                <a16:creationId xmlns:a16="http://schemas.microsoft.com/office/drawing/2014/main" id="{28A86B9C-632D-4770-7F9E-422528B34C2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761" r="22088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873460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0408CDB-AF99-23DA-5783-49C6FB1055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es-ES" sz="5400">
                <a:latin typeface="Franklin Gothic Medium" panose="020B0603020102020204" pitchFamily="34" charset="0"/>
              </a:rPr>
              <a:t>Definición del problema :</a:t>
            </a:r>
          </a:p>
        </p:txBody>
      </p:sp>
      <p:sp>
        <p:nvSpPr>
          <p:cNvPr id="11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sX0" fmla="*/ 0 w 3474720"/>
              <a:gd name="csY0" fmla="*/ 0 h 18288"/>
              <a:gd name="csX1" fmla="*/ 694944 w 3474720"/>
              <a:gd name="csY1" fmla="*/ 0 h 18288"/>
              <a:gd name="csX2" fmla="*/ 1355141 w 3474720"/>
              <a:gd name="csY2" fmla="*/ 0 h 18288"/>
              <a:gd name="csX3" fmla="*/ 2015338 w 3474720"/>
              <a:gd name="csY3" fmla="*/ 0 h 18288"/>
              <a:gd name="csX4" fmla="*/ 2779776 w 3474720"/>
              <a:gd name="csY4" fmla="*/ 0 h 18288"/>
              <a:gd name="csX5" fmla="*/ 3474720 w 3474720"/>
              <a:gd name="csY5" fmla="*/ 0 h 18288"/>
              <a:gd name="csX6" fmla="*/ 3474720 w 3474720"/>
              <a:gd name="csY6" fmla="*/ 18288 h 18288"/>
              <a:gd name="csX7" fmla="*/ 2779776 w 3474720"/>
              <a:gd name="csY7" fmla="*/ 18288 h 18288"/>
              <a:gd name="csX8" fmla="*/ 2189074 w 3474720"/>
              <a:gd name="csY8" fmla="*/ 18288 h 18288"/>
              <a:gd name="csX9" fmla="*/ 1528877 w 3474720"/>
              <a:gd name="csY9" fmla="*/ 18288 h 18288"/>
              <a:gd name="csX10" fmla="*/ 868680 w 3474720"/>
              <a:gd name="csY10" fmla="*/ 18288 h 18288"/>
              <a:gd name="csX11" fmla="*/ 0 w 3474720"/>
              <a:gd name="csY11" fmla="*/ 18288 h 18288"/>
              <a:gd name="csX12" fmla="*/ 0 w 347472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B8B7842-095A-A953-5B16-4B0D2F9E9E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CO" sz="2000" dirty="0"/>
              <a:t>Actualmente, la Joyería y Perfumería Edén limita su alcance comercial al no contar con un canal de ventas digital, lo que genera retrasos en la atención y pérdida de clientes potenciales. Esto dificulta la gestión eficiente de pedidos, el control de inventario en tiempo real y la automatización de sus procesos de venta.</a:t>
            </a:r>
            <a:endParaRPr lang="es-ES" sz="2000" dirty="0">
              <a:latin typeface="Franklin Gothic Book" panose="020B0503020102020204" pitchFamily="34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B86EFA4-9ED8-8911-3FE1-9E2017A7714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02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7378310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637B2035-1FCB-439A-B421-095E136C7E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76D6CDF-C512-4739-B158-55EE955EFA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503" y="-1"/>
            <a:ext cx="12192000" cy="6857999"/>
          </a:xfrm>
          <a:prstGeom prst="rect">
            <a:avLst/>
          </a:pr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0408CDB-AF99-23DA-5783-49C6FB1055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5416" y="1491609"/>
            <a:ext cx="4683321" cy="2148841"/>
          </a:xfrm>
        </p:spPr>
        <p:txBody>
          <a:bodyPr anchor="t">
            <a:normAutofit/>
          </a:bodyPr>
          <a:lstStyle/>
          <a:p>
            <a:r>
              <a:rPr lang="es-ES" dirty="0">
                <a:latin typeface="Franklin Gothic Medium" panose="020B0603020102020204" pitchFamily="34" charset="0"/>
              </a:rPr>
              <a:t>Lista de funcionalidades: </a:t>
            </a:r>
          </a:p>
        </p:txBody>
      </p:sp>
      <p:pic>
        <p:nvPicPr>
          <p:cNvPr id="4" name="Imagen 3" descr="Funcionalidades principales del marketing automation">
            <a:extLst>
              <a:ext uri="{FF2B5EF4-FFF2-40B4-BE49-F238E27FC236}">
                <a16:creationId xmlns:a16="http://schemas.microsoft.com/office/drawing/2014/main" id="{E94F9FD0-2CCD-D7BE-B461-87271A27E90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298" r="-1" b="4592"/>
          <a:stretch>
            <a:fillRect/>
          </a:stretch>
        </p:blipFill>
        <p:spPr>
          <a:xfrm>
            <a:off x="2" y="4104290"/>
            <a:ext cx="4731630" cy="2753710"/>
          </a:xfrm>
          <a:custGeom>
            <a:avLst/>
            <a:gdLst/>
            <a:ahLst/>
            <a:cxnLst/>
            <a:rect l="l" t="t" r="r" b="b"/>
            <a:pathLst>
              <a:path w="6448424" h="3752849">
                <a:moveTo>
                  <a:pt x="0" y="0"/>
                </a:moveTo>
                <a:lnTo>
                  <a:pt x="137978" y="22215"/>
                </a:lnTo>
                <a:cubicBezTo>
                  <a:pt x="196046" y="32277"/>
                  <a:pt x="252469" y="42437"/>
                  <a:pt x="295660" y="49771"/>
                </a:cubicBezTo>
                <a:cubicBezTo>
                  <a:pt x="364885" y="66610"/>
                  <a:pt x="403214" y="32071"/>
                  <a:pt x="456941" y="65635"/>
                </a:cubicBezTo>
                <a:cubicBezTo>
                  <a:pt x="529612" y="69090"/>
                  <a:pt x="662508" y="71245"/>
                  <a:pt x="731691" y="70501"/>
                </a:cubicBezTo>
                <a:cubicBezTo>
                  <a:pt x="768741" y="62400"/>
                  <a:pt x="808263" y="64633"/>
                  <a:pt x="841820" y="61171"/>
                </a:cubicBezTo>
                <a:cubicBezTo>
                  <a:pt x="958973" y="43639"/>
                  <a:pt x="1009730" y="45863"/>
                  <a:pt x="1068219" y="39136"/>
                </a:cubicBezTo>
                <a:cubicBezTo>
                  <a:pt x="1104329" y="33447"/>
                  <a:pt x="1156536" y="44203"/>
                  <a:pt x="1174190" y="38808"/>
                </a:cubicBezTo>
                <a:cubicBezTo>
                  <a:pt x="1188943" y="36385"/>
                  <a:pt x="1213832" y="14880"/>
                  <a:pt x="1225923" y="34507"/>
                </a:cubicBezTo>
                <a:cubicBezTo>
                  <a:pt x="1305283" y="8501"/>
                  <a:pt x="1319617" y="30839"/>
                  <a:pt x="1385617" y="18003"/>
                </a:cubicBezTo>
                <a:cubicBezTo>
                  <a:pt x="1461876" y="-26747"/>
                  <a:pt x="1519510" y="56342"/>
                  <a:pt x="1563967" y="4638"/>
                </a:cubicBezTo>
                <a:lnTo>
                  <a:pt x="1676634" y="10582"/>
                </a:lnTo>
                <a:lnTo>
                  <a:pt x="1769429" y="20265"/>
                </a:lnTo>
                <a:cubicBezTo>
                  <a:pt x="1790625" y="23534"/>
                  <a:pt x="1880369" y="18448"/>
                  <a:pt x="1900584" y="27732"/>
                </a:cubicBezTo>
                <a:cubicBezTo>
                  <a:pt x="2072430" y="22762"/>
                  <a:pt x="2014935" y="5831"/>
                  <a:pt x="2127041" y="22101"/>
                </a:cubicBezTo>
                <a:cubicBezTo>
                  <a:pt x="2168847" y="65820"/>
                  <a:pt x="2153052" y="28773"/>
                  <a:pt x="2211644" y="44507"/>
                </a:cubicBezTo>
                <a:cubicBezTo>
                  <a:pt x="2211201" y="9921"/>
                  <a:pt x="2277596" y="73686"/>
                  <a:pt x="2299605" y="38004"/>
                </a:cubicBezTo>
                <a:cubicBezTo>
                  <a:pt x="2309570" y="41997"/>
                  <a:pt x="2318531" y="46991"/>
                  <a:pt x="2327359" y="52270"/>
                </a:cubicBezTo>
                <a:lnTo>
                  <a:pt x="2331995" y="55017"/>
                </a:lnTo>
                <a:lnTo>
                  <a:pt x="2353777" y="59755"/>
                </a:lnTo>
                <a:lnTo>
                  <a:pt x="2355893" y="68914"/>
                </a:lnTo>
                <a:lnTo>
                  <a:pt x="2385794" y="81650"/>
                </a:lnTo>
                <a:cubicBezTo>
                  <a:pt x="2397613" y="85211"/>
                  <a:pt x="2411061" y="87627"/>
                  <a:pt x="2427010" y="88184"/>
                </a:cubicBezTo>
                <a:cubicBezTo>
                  <a:pt x="2486314" y="76422"/>
                  <a:pt x="2553170" y="126870"/>
                  <a:pt x="2627153" y="110451"/>
                </a:cubicBezTo>
                <a:cubicBezTo>
                  <a:pt x="2653722" y="107383"/>
                  <a:pt x="2732043" y="116068"/>
                  <a:pt x="2744462" y="128780"/>
                </a:cubicBezTo>
                <a:cubicBezTo>
                  <a:pt x="2760299" y="132873"/>
                  <a:pt x="2780248" y="130843"/>
                  <a:pt x="2785202" y="143610"/>
                </a:cubicBezTo>
                <a:cubicBezTo>
                  <a:pt x="2794558" y="159316"/>
                  <a:pt x="2856498" y="142821"/>
                  <a:pt x="2844667" y="159029"/>
                </a:cubicBezTo>
                <a:cubicBezTo>
                  <a:pt x="2888530" y="147871"/>
                  <a:pt x="2914187" y="181391"/>
                  <a:pt x="2946649" y="192330"/>
                </a:cubicBezTo>
                <a:cubicBezTo>
                  <a:pt x="2981872" y="180417"/>
                  <a:pt x="3015239" y="215115"/>
                  <a:pt x="3088812" y="226485"/>
                </a:cubicBezTo>
                <a:cubicBezTo>
                  <a:pt x="3127734" y="212524"/>
                  <a:pt x="3138301" y="234381"/>
                  <a:pt x="3208669" y="217774"/>
                </a:cubicBezTo>
                <a:cubicBezTo>
                  <a:pt x="3242208" y="219284"/>
                  <a:pt x="3229623" y="233297"/>
                  <a:pt x="3290045" y="235553"/>
                </a:cubicBezTo>
                <a:cubicBezTo>
                  <a:pt x="3399655" y="215239"/>
                  <a:pt x="3444518" y="245862"/>
                  <a:pt x="3529335" y="249571"/>
                </a:cubicBezTo>
                <a:cubicBezTo>
                  <a:pt x="3623697" y="257405"/>
                  <a:pt x="3587652" y="268832"/>
                  <a:pt x="3716766" y="252690"/>
                </a:cubicBezTo>
                <a:cubicBezTo>
                  <a:pt x="3723469" y="267318"/>
                  <a:pt x="3737863" y="269842"/>
                  <a:pt x="3765333" y="266823"/>
                </a:cubicBezTo>
                <a:cubicBezTo>
                  <a:pt x="3810754" y="271601"/>
                  <a:pt x="3792745" y="303866"/>
                  <a:pt x="3846897" y="290090"/>
                </a:cubicBezTo>
                <a:cubicBezTo>
                  <a:pt x="3830941" y="306608"/>
                  <a:pt x="3929114" y="308026"/>
                  <a:pt x="3900217" y="323590"/>
                </a:cubicBezTo>
                <a:cubicBezTo>
                  <a:pt x="3922367" y="343425"/>
                  <a:pt x="3948574" y="318948"/>
                  <a:pt x="3971444" y="336662"/>
                </a:cubicBezTo>
                <a:cubicBezTo>
                  <a:pt x="4002781" y="344193"/>
                  <a:pt x="3960997" y="315419"/>
                  <a:pt x="3997868" y="318867"/>
                </a:cubicBezTo>
                <a:cubicBezTo>
                  <a:pt x="4041159" y="326219"/>
                  <a:pt x="4055435" y="293981"/>
                  <a:pt x="4070852" y="339615"/>
                </a:cubicBezTo>
                <a:cubicBezTo>
                  <a:pt x="4121286" y="335828"/>
                  <a:pt x="4121920" y="355506"/>
                  <a:pt x="4180483" y="373369"/>
                </a:cubicBezTo>
                <a:cubicBezTo>
                  <a:pt x="4211379" y="366707"/>
                  <a:pt x="4230171" y="374664"/>
                  <a:pt x="4246264" y="387458"/>
                </a:cubicBezTo>
                <a:cubicBezTo>
                  <a:pt x="4308508" y="393310"/>
                  <a:pt x="4357326" y="416142"/>
                  <a:pt x="4423169" y="431783"/>
                </a:cubicBezTo>
                <a:lnTo>
                  <a:pt x="4446752" y="435383"/>
                </a:lnTo>
                <a:lnTo>
                  <a:pt x="4446954" y="435566"/>
                </a:lnTo>
                <a:cubicBezTo>
                  <a:pt x="4508528" y="480137"/>
                  <a:pt x="4617740" y="529869"/>
                  <a:pt x="4662523" y="553169"/>
                </a:cubicBezTo>
                <a:cubicBezTo>
                  <a:pt x="4720320" y="547046"/>
                  <a:pt x="4678644" y="560102"/>
                  <a:pt x="4715641" y="575354"/>
                </a:cubicBezTo>
                <a:cubicBezTo>
                  <a:pt x="4682056" y="593278"/>
                  <a:pt x="4768370" y="586520"/>
                  <a:pt x="4742071" y="614016"/>
                </a:cubicBezTo>
                <a:cubicBezTo>
                  <a:pt x="4749637" y="615922"/>
                  <a:pt x="4757797" y="616899"/>
                  <a:pt x="4766183" y="617675"/>
                </a:cubicBezTo>
                <a:lnTo>
                  <a:pt x="4770562" y="618094"/>
                </a:lnTo>
                <a:lnTo>
                  <a:pt x="4783240" y="624350"/>
                </a:lnTo>
                <a:lnTo>
                  <a:pt x="4792882" y="620401"/>
                </a:lnTo>
                <a:lnTo>
                  <a:pt x="4816310" y="625721"/>
                </a:lnTo>
                <a:cubicBezTo>
                  <a:pt x="4824144" y="628595"/>
                  <a:pt x="4831482" y="632720"/>
                  <a:pt x="4837953" y="638824"/>
                </a:cubicBezTo>
                <a:cubicBezTo>
                  <a:pt x="4848645" y="668753"/>
                  <a:pt x="4922266" y="669148"/>
                  <a:pt x="4933914" y="707398"/>
                </a:cubicBezTo>
                <a:cubicBezTo>
                  <a:pt x="4940833" y="719653"/>
                  <a:pt x="4978358" y="746502"/>
                  <a:pt x="4995259" y="744825"/>
                </a:cubicBezTo>
                <a:cubicBezTo>
                  <a:pt x="5005107" y="749034"/>
                  <a:pt x="5010567" y="758092"/>
                  <a:pt x="5024744" y="753396"/>
                </a:cubicBezTo>
                <a:cubicBezTo>
                  <a:pt x="5047511" y="761361"/>
                  <a:pt x="5109162" y="783016"/>
                  <a:pt x="5131877" y="792613"/>
                </a:cubicBezTo>
                <a:cubicBezTo>
                  <a:pt x="5132671" y="802792"/>
                  <a:pt x="5144554" y="806683"/>
                  <a:pt x="5161031" y="810975"/>
                </a:cubicBezTo>
                <a:lnTo>
                  <a:pt x="5176815" y="815342"/>
                </a:lnTo>
                <a:lnTo>
                  <a:pt x="5180064" y="831233"/>
                </a:lnTo>
                <a:cubicBezTo>
                  <a:pt x="5202966" y="819270"/>
                  <a:pt x="5188976" y="863361"/>
                  <a:pt x="5215059" y="865080"/>
                </a:cubicBezTo>
                <a:cubicBezTo>
                  <a:pt x="5235765" y="864786"/>
                  <a:pt x="5236347" y="878098"/>
                  <a:pt x="5245643" y="887119"/>
                </a:cubicBezTo>
                <a:cubicBezTo>
                  <a:pt x="5267660" y="891609"/>
                  <a:pt x="5295742" y="939348"/>
                  <a:pt x="5295952" y="957174"/>
                </a:cubicBezTo>
                <a:cubicBezTo>
                  <a:pt x="5284322" y="1008946"/>
                  <a:pt x="5374979" y="1038019"/>
                  <a:pt x="5367826" y="1079140"/>
                </a:cubicBezTo>
                <a:cubicBezTo>
                  <a:pt x="5371668" y="1089190"/>
                  <a:pt x="5377921" y="1097135"/>
                  <a:pt x="5385646" y="1103730"/>
                </a:cubicBezTo>
                <a:lnTo>
                  <a:pt x="5410965" y="1119397"/>
                </a:lnTo>
                <a:lnTo>
                  <a:pt x="5436960" y="1130910"/>
                </a:lnTo>
                <a:lnTo>
                  <a:pt x="5442083" y="1133134"/>
                </a:lnTo>
                <a:cubicBezTo>
                  <a:pt x="5451910" y="1137346"/>
                  <a:pt x="5457170" y="1169188"/>
                  <a:pt x="5465219" y="1174479"/>
                </a:cubicBezTo>
                <a:cubicBezTo>
                  <a:pt x="5488744" y="1195184"/>
                  <a:pt x="5467141" y="1223401"/>
                  <a:pt x="5488171" y="1238604"/>
                </a:cubicBezTo>
                <a:cubicBezTo>
                  <a:pt x="5523491" y="1271811"/>
                  <a:pt x="5486623" y="1305961"/>
                  <a:pt x="5562172" y="1320840"/>
                </a:cubicBezTo>
                <a:cubicBezTo>
                  <a:pt x="5601634" y="1385316"/>
                  <a:pt x="5636528" y="1453139"/>
                  <a:pt x="5686905" y="1512529"/>
                </a:cubicBezTo>
                <a:cubicBezTo>
                  <a:pt x="5729049" y="1575678"/>
                  <a:pt x="5699691" y="1553768"/>
                  <a:pt x="5748726" y="1623716"/>
                </a:cubicBezTo>
                <a:cubicBezTo>
                  <a:pt x="5783098" y="1689734"/>
                  <a:pt x="5789710" y="1639740"/>
                  <a:pt x="5842593" y="1726595"/>
                </a:cubicBezTo>
                <a:cubicBezTo>
                  <a:pt x="5837824" y="1733043"/>
                  <a:pt x="5862023" y="1845188"/>
                  <a:pt x="5861042" y="1851837"/>
                </a:cubicBezTo>
                <a:cubicBezTo>
                  <a:pt x="5874156" y="1887981"/>
                  <a:pt x="5901790" y="1919218"/>
                  <a:pt x="5921290" y="1943460"/>
                </a:cubicBezTo>
                <a:lnTo>
                  <a:pt x="5978046" y="1997284"/>
                </a:lnTo>
                <a:lnTo>
                  <a:pt x="5992479" y="2056720"/>
                </a:lnTo>
                <a:cubicBezTo>
                  <a:pt x="6011078" y="2079033"/>
                  <a:pt x="6072687" y="2117397"/>
                  <a:pt x="6089639" y="2131171"/>
                </a:cubicBezTo>
                <a:lnTo>
                  <a:pt x="6094199" y="2139379"/>
                </a:lnTo>
                <a:lnTo>
                  <a:pt x="6094822" y="2139386"/>
                </a:lnTo>
                <a:cubicBezTo>
                  <a:pt x="6096947" y="2140841"/>
                  <a:pt x="6098876" y="2143416"/>
                  <a:pt x="6100692" y="2147736"/>
                </a:cubicBezTo>
                <a:lnTo>
                  <a:pt x="6102516" y="2154343"/>
                </a:lnTo>
                <a:lnTo>
                  <a:pt x="6111361" y="2170264"/>
                </a:lnTo>
                <a:lnTo>
                  <a:pt x="6215475" y="2270153"/>
                </a:lnTo>
                <a:lnTo>
                  <a:pt x="6255966" y="2335401"/>
                </a:lnTo>
                <a:lnTo>
                  <a:pt x="6272711" y="2385144"/>
                </a:lnTo>
                <a:cubicBezTo>
                  <a:pt x="6282320" y="2406495"/>
                  <a:pt x="6299066" y="2405139"/>
                  <a:pt x="6304347" y="2439388"/>
                </a:cubicBezTo>
                <a:cubicBezTo>
                  <a:pt x="6297131" y="2486231"/>
                  <a:pt x="6325530" y="2500962"/>
                  <a:pt x="6326729" y="2549400"/>
                </a:cubicBezTo>
                <a:cubicBezTo>
                  <a:pt x="6325926" y="2572066"/>
                  <a:pt x="6339111" y="2599957"/>
                  <a:pt x="6344663" y="2628839"/>
                </a:cubicBezTo>
                <a:lnTo>
                  <a:pt x="6375811" y="2639204"/>
                </a:lnTo>
                <a:cubicBezTo>
                  <a:pt x="6375427" y="2643533"/>
                  <a:pt x="6375041" y="2647863"/>
                  <a:pt x="6374657" y="2652193"/>
                </a:cubicBezTo>
                <a:cubicBezTo>
                  <a:pt x="6373555" y="2658134"/>
                  <a:pt x="6371943" y="2662665"/>
                  <a:pt x="6369740" y="2664642"/>
                </a:cubicBezTo>
                <a:cubicBezTo>
                  <a:pt x="6368032" y="2674540"/>
                  <a:pt x="6371528" y="2686899"/>
                  <a:pt x="6361964" y="2690172"/>
                </a:cubicBezTo>
                <a:cubicBezTo>
                  <a:pt x="6350507" y="2696218"/>
                  <a:pt x="6369375" y="2734440"/>
                  <a:pt x="6355511" y="2727335"/>
                </a:cubicBezTo>
                <a:cubicBezTo>
                  <a:pt x="6358746" y="2734104"/>
                  <a:pt x="6360434" y="2742096"/>
                  <a:pt x="6361058" y="2750592"/>
                </a:cubicBezTo>
                <a:cubicBezTo>
                  <a:pt x="6361013" y="2751998"/>
                  <a:pt x="6360970" y="2753408"/>
                  <a:pt x="6360926" y="2754814"/>
                </a:cubicBezTo>
                <a:lnTo>
                  <a:pt x="6339285" y="2810353"/>
                </a:lnTo>
                <a:cubicBezTo>
                  <a:pt x="6360091" y="2854187"/>
                  <a:pt x="6313103" y="2870086"/>
                  <a:pt x="6325672" y="2908809"/>
                </a:cubicBezTo>
                <a:cubicBezTo>
                  <a:pt x="6341563" y="2966972"/>
                  <a:pt x="6291836" y="2935388"/>
                  <a:pt x="6333498" y="3009772"/>
                </a:cubicBezTo>
                <a:cubicBezTo>
                  <a:pt x="6345476" y="3039254"/>
                  <a:pt x="6345955" y="3068963"/>
                  <a:pt x="6334947" y="3095405"/>
                </a:cubicBezTo>
                <a:lnTo>
                  <a:pt x="6344768" y="3155941"/>
                </a:lnTo>
                <a:cubicBezTo>
                  <a:pt x="6348643" y="3153663"/>
                  <a:pt x="6311793" y="3186588"/>
                  <a:pt x="6314754" y="3197987"/>
                </a:cubicBezTo>
                <a:cubicBezTo>
                  <a:pt x="6318695" y="3221971"/>
                  <a:pt x="6319257" y="3226752"/>
                  <a:pt x="6304230" y="3239690"/>
                </a:cubicBezTo>
                <a:cubicBezTo>
                  <a:pt x="6306321" y="3248567"/>
                  <a:pt x="6307305" y="3254005"/>
                  <a:pt x="6308837" y="3264003"/>
                </a:cubicBezTo>
                <a:cubicBezTo>
                  <a:pt x="6301812" y="3288243"/>
                  <a:pt x="6298529" y="3302527"/>
                  <a:pt x="6309285" y="3324103"/>
                </a:cubicBezTo>
                <a:cubicBezTo>
                  <a:pt x="6301188" y="3343007"/>
                  <a:pt x="6329285" y="3359307"/>
                  <a:pt x="6342503" y="3405661"/>
                </a:cubicBezTo>
                <a:cubicBezTo>
                  <a:pt x="6338012" y="3447477"/>
                  <a:pt x="6408325" y="3505721"/>
                  <a:pt x="6401531" y="3550593"/>
                </a:cubicBezTo>
                <a:cubicBezTo>
                  <a:pt x="6395655" y="3579549"/>
                  <a:pt x="6423437" y="3594758"/>
                  <a:pt x="6427705" y="3624684"/>
                </a:cubicBezTo>
                <a:cubicBezTo>
                  <a:pt x="6416402" y="3629199"/>
                  <a:pt x="6435787" y="3639516"/>
                  <a:pt x="6448424" y="3657106"/>
                </a:cubicBezTo>
                <a:lnTo>
                  <a:pt x="6444014" y="3752742"/>
                </a:lnTo>
                <a:cubicBezTo>
                  <a:pt x="6443990" y="3752777"/>
                  <a:pt x="6443967" y="3752813"/>
                  <a:pt x="6443946" y="3752849"/>
                </a:cubicBezTo>
                <a:lnTo>
                  <a:pt x="0" y="3752849"/>
                </a:lnTo>
                <a:close/>
              </a:path>
            </a:pathLst>
          </a:custGeom>
        </p:spPr>
      </p:pic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B8B7842-095A-A953-5B16-4B0D2F9E9E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82359" y="1030013"/>
            <a:ext cx="4862647" cy="5364145"/>
          </a:xfrm>
        </p:spPr>
        <p:txBody>
          <a:bodyPr anchor="t">
            <a:normAutofit/>
          </a:bodyPr>
          <a:lstStyle/>
          <a:p>
            <a:r>
              <a:rPr lang="es-ES" sz="1900" dirty="0">
                <a:latin typeface="Franklin Gothic Book" panose="020B0503020102020204" pitchFamily="34" charset="0"/>
              </a:rPr>
              <a:t>Registrar usuario.</a:t>
            </a:r>
          </a:p>
          <a:p>
            <a:r>
              <a:rPr lang="es-ES" sz="1900" dirty="0">
                <a:latin typeface="Franklin Gothic Book" panose="020B0503020102020204" pitchFamily="34" charset="0"/>
              </a:rPr>
              <a:t>Eliminar usuario.</a:t>
            </a:r>
          </a:p>
          <a:p>
            <a:r>
              <a:rPr lang="es-ES" sz="1900" dirty="0">
                <a:latin typeface="Franklin Gothic Book" panose="020B0503020102020204" pitchFamily="34" charset="0"/>
              </a:rPr>
              <a:t>Modificar datos del usuario.</a:t>
            </a:r>
          </a:p>
          <a:p>
            <a:r>
              <a:rPr lang="es-ES" sz="1900" dirty="0">
                <a:latin typeface="Franklin Gothic Book" panose="020B0503020102020204" pitchFamily="34" charset="0"/>
              </a:rPr>
              <a:t>Asesorar vía chat al usuario.</a:t>
            </a:r>
          </a:p>
          <a:p>
            <a:r>
              <a:rPr lang="es-ES" sz="1900" dirty="0">
                <a:latin typeface="Franklin Gothic Book" panose="020B0503020102020204" pitchFamily="34" charset="0"/>
              </a:rPr>
              <a:t>Interfaz para usuario. </a:t>
            </a:r>
          </a:p>
          <a:p>
            <a:r>
              <a:rPr lang="es-ES" sz="1900" dirty="0">
                <a:latin typeface="Franklin Gothic Book" panose="020B0503020102020204" pitchFamily="34" charset="0"/>
              </a:rPr>
              <a:t>Interfaz para administrador.</a:t>
            </a:r>
          </a:p>
          <a:p>
            <a:endParaRPr lang="es-ES" sz="1900" dirty="0">
              <a:latin typeface="Franklin Gothic Book" panose="020B0503020102020204" pitchFamily="34" charset="0"/>
            </a:endParaRPr>
          </a:p>
          <a:p>
            <a:r>
              <a:rPr lang="es-ES" sz="1900" dirty="0">
                <a:latin typeface="Franklin Gothic Book" panose="020B0503020102020204" pitchFamily="34" charset="0"/>
              </a:rPr>
              <a:t>Registrar producto.</a:t>
            </a:r>
          </a:p>
          <a:p>
            <a:r>
              <a:rPr lang="es-ES" sz="1900" dirty="0">
                <a:latin typeface="Franklin Gothic Book" panose="020B0503020102020204" pitchFamily="34" charset="0"/>
              </a:rPr>
              <a:t>Comprar producto.</a:t>
            </a:r>
          </a:p>
          <a:p>
            <a:r>
              <a:rPr lang="es-ES" sz="1900" dirty="0">
                <a:latin typeface="Franklin Gothic Book" panose="020B0503020102020204" pitchFamily="34" charset="0"/>
              </a:rPr>
              <a:t>Eliminar producto.</a:t>
            </a:r>
          </a:p>
          <a:p>
            <a:r>
              <a:rPr lang="es-ES" sz="1900" dirty="0">
                <a:latin typeface="Franklin Gothic Book" panose="020B0503020102020204" pitchFamily="34" charset="0"/>
              </a:rPr>
              <a:t>Modificar productos.</a:t>
            </a:r>
          </a:p>
          <a:p>
            <a:r>
              <a:rPr lang="es-ES" sz="1900" dirty="0">
                <a:latin typeface="Franklin Gothic Book" panose="020B0503020102020204" pitchFamily="34" charset="0"/>
              </a:rPr>
              <a:t>Añadir productos al carrito de compras.</a:t>
            </a:r>
          </a:p>
          <a:p>
            <a:r>
              <a:rPr lang="es-ES" sz="1900" dirty="0">
                <a:latin typeface="Franklin Gothic Book" panose="020B0503020102020204" pitchFamily="34" charset="0"/>
              </a:rPr>
              <a:t>Registrar ventas (comprobante ).</a:t>
            </a:r>
          </a:p>
          <a:p>
            <a:endParaRPr lang="es-ES" sz="1900" dirty="0">
              <a:latin typeface="Franklin Gothic Book" panose="020B0503020102020204" pitchFamily="34" charset="0"/>
            </a:endParaRPr>
          </a:p>
          <a:p>
            <a:endParaRPr lang="es-ES" sz="1900" dirty="0">
              <a:latin typeface="Franklin Gothic Book" panose="020B0503020102020204" pitchFamily="34" charset="0"/>
            </a:endParaRPr>
          </a:p>
          <a:p>
            <a:endParaRPr lang="es-ES" sz="1900" dirty="0">
              <a:latin typeface="Franklin Gothic Book" panose="020B0503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91280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4EE5F6-A377-51DB-821D-3C919AC410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7871" y="246726"/>
            <a:ext cx="8984309" cy="1078221"/>
          </a:xfrm>
        </p:spPr>
        <p:txBody>
          <a:bodyPr/>
          <a:lstStyle/>
          <a:p>
            <a:r>
              <a:rPr lang="es-CO" dirty="0"/>
              <a:t>ROLES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408D165-87A7-39DA-0711-639538958A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98026" y="1676715"/>
            <a:ext cx="9144000" cy="1655762"/>
          </a:xfrm>
        </p:spPr>
        <p:txBody>
          <a:bodyPr>
            <a:normAutofit fontScale="77500" lnSpcReduction="20000"/>
          </a:bodyPr>
          <a:lstStyle/>
          <a:p>
            <a:pPr algn="l"/>
            <a:r>
              <a:rPr lang="es-CO" dirty="0"/>
              <a:t>Luis Miguel Solis Bolaños : Desarrollador</a:t>
            </a:r>
          </a:p>
          <a:p>
            <a:pPr algn="l"/>
            <a:r>
              <a:rPr lang="es-CO" dirty="0"/>
              <a:t>Luis Fernando Becerra Fernández : Analista y Diseñador </a:t>
            </a:r>
          </a:p>
          <a:p>
            <a:pPr algn="l"/>
            <a:r>
              <a:rPr lang="es-CO" dirty="0"/>
              <a:t>José David  Gómez Cifuentes : Desarrollador </a:t>
            </a:r>
          </a:p>
          <a:p>
            <a:pPr algn="l"/>
            <a:r>
              <a:rPr lang="es-CO" dirty="0"/>
              <a:t>Ederson Muñoz Caicedo : Tester</a:t>
            </a:r>
          </a:p>
          <a:p>
            <a:r>
              <a:rPr lang="es-CO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148232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6263562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457</TotalTime>
  <Words>186</Words>
  <Application>Microsoft Office PowerPoint</Application>
  <PresentationFormat>Panorámica</PresentationFormat>
  <Paragraphs>42</Paragraphs>
  <Slides>6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2" baseType="lpstr">
      <vt:lpstr>Aptos</vt:lpstr>
      <vt:lpstr>Aptos Display</vt:lpstr>
      <vt:lpstr>Arial</vt:lpstr>
      <vt:lpstr>Franklin Gothic Book</vt:lpstr>
      <vt:lpstr>Franklin Gothic Medium</vt:lpstr>
      <vt:lpstr>Tema de Office</vt:lpstr>
      <vt:lpstr>Presentación de PowerPoint</vt:lpstr>
      <vt:lpstr>Procesos del negocio:</vt:lpstr>
      <vt:lpstr>Definición del problema :</vt:lpstr>
      <vt:lpstr>Lista de funcionalidades: </vt:lpstr>
      <vt:lpstr>ROLES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LANDY VIVIANA BEDOYA DIAZ</dc:creator>
  <cp:lastModifiedBy>Ederson Muñoz Caicedo</cp:lastModifiedBy>
  <cp:revision>5</cp:revision>
  <dcterms:created xsi:type="dcterms:W3CDTF">2024-06-26T19:15:17Z</dcterms:created>
  <dcterms:modified xsi:type="dcterms:W3CDTF">2026-08-20T20:35:15Z</dcterms:modified>
</cp:coreProperties>
</file>